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T Norms Bold" charset="1" panose="02000803030000020004"/>
      <p:regular r:id="rId12"/>
    </p:embeddedFont>
    <p:embeddedFont>
      <p:font typeface="TT Norms" charset="1" panose="02000503030000020003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VAG50aJ82cI.mp4" Type="http://schemas.openxmlformats.org/officeDocument/2006/relationships/video"/><Relationship Id="rId7" Target="../media/VAG50aJ82cI.mp4" Type="http://schemas.microsoft.com/office/2007/relationships/media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9013900">
            <a:off x="15042323" y="-1761366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9"/>
                </a:lnTo>
                <a:lnTo>
                  <a:pt x="6704769" y="5449149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417436">
            <a:off x="-2730966" y="7614050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9"/>
                </a:lnTo>
                <a:lnTo>
                  <a:pt x="6704769" y="5449149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86350" y="4730056"/>
            <a:ext cx="12115299" cy="222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82"/>
              </a:lnSpc>
            </a:pPr>
            <a:r>
              <a:rPr lang="en-US" b="true" sz="12987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BIKELOCKER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78515" y="3599756"/>
            <a:ext cx="14730970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Final project - Progress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99895" y="8909050"/>
            <a:ext cx="488821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B12901109　陳政年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B12901081　陳貫今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96723" y="7151927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217195" y="-2343176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8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8" y="5449148"/>
                </a:lnTo>
                <a:lnTo>
                  <a:pt x="670476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1747331"/>
            <a:ext cx="1276422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7438923" y="2457483"/>
            <a:ext cx="3770482" cy="960120"/>
            <a:chOff x="0" y="0"/>
            <a:chExt cx="1182389" cy="3010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82389" cy="301085"/>
            </a:xfrm>
            <a:custGeom>
              <a:avLst/>
              <a:gdLst/>
              <a:ahLst/>
              <a:cxnLst/>
              <a:rect r="r" b="b" t="t" l="l"/>
              <a:pathLst>
                <a:path h="301085" w="1182389">
                  <a:moveTo>
                    <a:pt x="979189" y="0"/>
                  </a:moveTo>
                  <a:cubicBezTo>
                    <a:pt x="1091413" y="0"/>
                    <a:pt x="1182389" y="67400"/>
                    <a:pt x="1182389" y="150542"/>
                  </a:cubicBezTo>
                  <a:cubicBezTo>
                    <a:pt x="1182389" y="233685"/>
                    <a:pt x="1091413" y="301085"/>
                    <a:pt x="979189" y="301085"/>
                  </a:cubicBezTo>
                  <a:lnTo>
                    <a:pt x="203200" y="301085"/>
                  </a:lnTo>
                  <a:cubicBezTo>
                    <a:pt x="90976" y="301085"/>
                    <a:pt x="0" y="233685"/>
                    <a:pt x="0" y="150542"/>
                  </a:cubicBezTo>
                  <a:cubicBezTo>
                    <a:pt x="0" y="6740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89ADAC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82389" cy="348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0D223D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測試 BLE 在 App 端的可行性</a:t>
              </a:r>
            </a:p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D223D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(開發平台 / Package)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624629" y="981075"/>
            <a:ext cx="175737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OVERVIEW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9786" y="5019675"/>
            <a:ext cx="362573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66054" y="981075"/>
            <a:ext cx="143726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TODOS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10323" y="981075"/>
            <a:ext cx="143726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PART APP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38188" y="981075"/>
            <a:ext cx="143726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PART STM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294654" y="2457483"/>
            <a:ext cx="3770482" cy="960120"/>
            <a:chOff x="0" y="0"/>
            <a:chExt cx="1182389" cy="3010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82389" cy="301085"/>
            </a:xfrm>
            <a:custGeom>
              <a:avLst/>
              <a:gdLst/>
              <a:ahLst/>
              <a:cxnLst/>
              <a:rect r="r" b="b" t="t" l="l"/>
              <a:pathLst>
                <a:path h="301085" w="1182389">
                  <a:moveTo>
                    <a:pt x="979189" y="0"/>
                  </a:moveTo>
                  <a:cubicBezTo>
                    <a:pt x="1091413" y="0"/>
                    <a:pt x="1182389" y="67400"/>
                    <a:pt x="1182389" y="150542"/>
                  </a:cubicBezTo>
                  <a:cubicBezTo>
                    <a:pt x="1182389" y="233685"/>
                    <a:pt x="1091413" y="301085"/>
                    <a:pt x="979189" y="301085"/>
                  </a:cubicBezTo>
                  <a:lnTo>
                    <a:pt x="203200" y="301085"/>
                  </a:lnTo>
                  <a:cubicBezTo>
                    <a:pt x="90976" y="301085"/>
                    <a:pt x="0" y="233685"/>
                    <a:pt x="0" y="150542"/>
                  </a:cubicBezTo>
                  <a:cubicBezTo>
                    <a:pt x="0" y="6740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89ADAC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182389" cy="348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D223D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實現基礎 STM 端功能</a:t>
              </a:r>
            </a:p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D223D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(LED / 按鈕解鎖 / 加速度)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1752029" y="2457483"/>
            <a:ext cx="0" cy="7302128"/>
          </a:xfrm>
          <a:prstGeom prst="line">
            <a:avLst/>
          </a:prstGeom>
          <a:ln cap="flat" w="38100">
            <a:solidFill>
              <a:srgbClr val="10253F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9866788" y="3725884"/>
            <a:ext cx="3770482" cy="960120"/>
            <a:chOff x="0" y="0"/>
            <a:chExt cx="1182389" cy="30108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82389" cy="301085"/>
            </a:xfrm>
            <a:custGeom>
              <a:avLst/>
              <a:gdLst/>
              <a:ahLst/>
              <a:cxnLst/>
              <a:rect r="r" b="b" t="t" l="l"/>
              <a:pathLst>
                <a:path h="301085" w="1182389">
                  <a:moveTo>
                    <a:pt x="979189" y="0"/>
                  </a:moveTo>
                  <a:cubicBezTo>
                    <a:pt x="1091413" y="0"/>
                    <a:pt x="1182389" y="67400"/>
                    <a:pt x="1182389" y="150542"/>
                  </a:cubicBezTo>
                  <a:cubicBezTo>
                    <a:pt x="1182389" y="233685"/>
                    <a:pt x="1091413" y="301085"/>
                    <a:pt x="979189" y="301085"/>
                  </a:cubicBezTo>
                  <a:lnTo>
                    <a:pt x="203200" y="301085"/>
                  </a:lnTo>
                  <a:cubicBezTo>
                    <a:pt x="90976" y="301085"/>
                    <a:pt x="0" y="233685"/>
                    <a:pt x="0" y="150542"/>
                  </a:cubicBezTo>
                  <a:cubicBezTo>
                    <a:pt x="0" y="6740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10253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182389" cy="348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D223D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協調 BLE 等共同部分</a:t>
              </a:r>
            </a:p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D223D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(UUID / 資料格式)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438923" y="4994286"/>
            <a:ext cx="3770482" cy="960120"/>
            <a:chOff x="0" y="0"/>
            <a:chExt cx="1182389" cy="30108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82389" cy="301085"/>
            </a:xfrm>
            <a:custGeom>
              <a:avLst/>
              <a:gdLst/>
              <a:ahLst/>
              <a:cxnLst/>
              <a:rect r="r" b="b" t="t" l="l"/>
              <a:pathLst>
                <a:path h="301085" w="1182389">
                  <a:moveTo>
                    <a:pt x="979189" y="0"/>
                  </a:moveTo>
                  <a:cubicBezTo>
                    <a:pt x="1091413" y="0"/>
                    <a:pt x="1182389" y="67400"/>
                    <a:pt x="1182389" y="150542"/>
                  </a:cubicBezTo>
                  <a:cubicBezTo>
                    <a:pt x="1182389" y="233685"/>
                    <a:pt x="1091413" y="301085"/>
                    <a:pt x="979189" y="301085"/>
                  </a:cubicBezTo>
                  <a:lnTo>
                    <a:pt x="203200" y="301085"/>
                  </a:lnTo>
                  <a:cubicBezTo>
                    <a:pt x="90976" y="301085"/>
                    <a:pt x="0" y="233685"/>
                    <a:pt x="0" y="150542"/>
                  </a:cubicBezTo>
                  <a:cubicBezTo>
                    <a:pt x="0" y="6740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89ADAC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182389" cy="348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0D223D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完成 App 端共同部分</a:t>
              </a:r>
            </a:p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D223D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(基礎UI / BLE資料收發)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294654" y="4994286"/>
            <a:ext cx="3770482" cy="960120"/>
            <a:chOff x="0" y="0"/>
            <a:chExt cx="1182389" cy="30108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82389" cy="301085"/>
            </a:xfrm>
            <a:custGeom>
              <a:avLst/>
              <a:gdLst/>
              <a:ahLst/>
              <a:cxnLst/>
              <a:rect r="r" b="b" t="t" l="l"/>
              <a:pathLst>
                <a:path h="301085" w="1182389">
                  <a:moveTo>
                    <a:pt x="979189" y="0"/>
                  </a:moveTo>
                  <a:cubicBezTo>
                    <a:pt x="1091413" y="0"/>
                    <a:pt x="1182389" y="67400"/>
                    <a:pt x="1182389" y="150542"/>
                  </a:cubicBezTo>
                  <a:cubicBezTo>
                    <a:pt x="1182389" y="233685"/>
                    <a:pt x="1091413" y="301085"/>
                    <a:pt x="979189" y="301085"/>
                  </a:cubicBezTo>
                  <a:lnTo>
                    <a:pt x="203200" y="301085"/>
                  </a:lnTo>
                  <a:cubicBezTo>
                    <a:pt x="90976" y="301085"/>
                    <a:pt x="0" y="233685"/>
                    <a:pt x="0" y="150542"/>
                  </a:cubicBezTo>
                  <a:cubicBezTo>
                    <a:pt x="0" y="6740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89ADAC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182389" cy="348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D223D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完成 STM 端共同部分</a:t>
              </a:r>
            </a:p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D223D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(BLE資料收發)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866788" y="6262688"/>
            <a:ext cx="3770482" cy="960120"/>
            <a:chOff x="0" y="0"/>
            <a:chExt cx="1182389" cy="30108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82389" cy="301085"/>
            </a:xfrm>
            <a:custGeom>
              <a:avLst/>
              <a:gdLst/>
              <a:ahLst/>
              <a:cxnLst/>
              <a:rect r="r" b="b" t="t" l="l"/>
              <a:pathLst>
                <a:path h="301085" w="1182389">
                  <a:moveTo>
                    <a:pt x="979189" y="0"/>
                  </a:moveTo>
                  <a:cubicBezTo>
                    <a:pt x="1091413" y="0"/>
                    <a:pt x="1182389" y="67400"/>
                    <a:pt x="1182389" y="150542"/>
                  </a:cubicBezTo>
                  <a:cubicBezTo>
                    <a:pt x="1182389" y="233685"/>
                    <a:pt x="1091413" y="301085"/>
                    <a:pt x="979189" y="301085"/>
                  </a:cubicBezTo>
                  <a:lnTo>
                    <a:pt x="203200" y="301085"/>
                  </a:lnTo>
                  <a:cubicBezTo>
                    <a:pt x="90976" y="301085"/>
                    <a:pt x="0" y="233685"/>
                    <a:pt x="0" y="150542"/>
                  </a:cubicBezTo>
                  <a:cubicBezTo>
                    <a:pt x="0" y="6740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10253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182389" cy="348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0D223D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STM與App整合測試</a:t>
              </a:r>
            </a:p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D223D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(Debug)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438923" y="7531089"/>
            <a:ext cx="3770482" cy="960120"/>
            <a:chOff x="0" y="0"/>
            <a:chExt cx="1182389" cy="30108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82389" cy="301085"/>
            </a:xfrm>
            <a:custGeom>
              <a:avLst/>
              <a:gdLst/>
              <a:ahLst/>
              <a:cxnLst/>
              <a:rect r="r" b="b" t="t" l="l"/>
              <a:pathLst>
                <a:path h="301085" w="1182389">
                  <a:moveTo>
                    <a:pt x="979189" y="0"/>
                  </a:moveTo>
                  <a:cubicBezTo>
                    <a:pt x="1091413" y="0"/>
                    <a:pt x="1182389" y="67400"/>
                    <a:pt x="1182389" y="150542"/>
                  </a:cubicBezTo>
                  <a:cubicBezTo>
                    <a:pt x="1182389" y="233685"/>
                    <a:pt x="1091413" y="301085"/>
                    <a:pt x="979189" y="301085"/>
                  </a:cubicBezTo>
                  <a:lnTo>
                    <a:pt x="203200" y="301085"/>
                  </a:lnTo>
                  <a:cubicBezTo>
                    <a:pt x="90976" y="301085"/>
                    <a:pt x="0" y="233685"/>
                    <a:pt x="0" y="150542"/>
                  </a:cubicBezTo>
                  <a:cubicBezTo>
                    <a:pt x="0" y="6740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89ADAC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182389" cy="348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0D223D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實現其他 App 端功能</a:t>
              </a:r>
            </a:p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D223D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(優化UI)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294654" y="7531089"/>
            <a:ext cx="3770482" cy="960120"/>
            <a:chOff x="0" y="0"/>
            <a:chExt cx="1182389" cy="30108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82389" cy="301085"/>
            </a:xfrm>
            <a:custGeom>
              <a:avLst/>
              <a:gdLst/>
              <a:ahLst/>
              <a:cxnLst/>
              <a:rect r="r" b="b" t="t" l="l"/>
              <a:pathLst>
                <a:path h="301085" w="1182389">
                  <a:moveTo>
                    <a:pt x="979189" y="0"/>
                  </a:moveTo>
                  <a:cubicBezTo>
                    <a:pt x="1091413" y="0"/>
                    <a:pt x="1182389" y="67400"/>
                    <a:pt x="1182389" y="150542"/>
                  </a:cubicBezTo>
                  <a:cubicBezTo>
                    <a:pt x="1182389" y="233685"/>
                    <a:pt x="1091413" y="301085"/>
                    <a:pt x="979189" y="301085"/>
                  </a:cubicBezTo>
                  <a:lnTo>
                    <a:pt x="203200" y="301085"/>
                  </a:lnTo>
                  <a:cubicBezTo>
                    <a:pt x="90976" y="301085"/>
                    <a:pt x="0" y="233685"/>
                    <a:pt x="0" y="150542"/>
                  </a:cubicBezTo>
                  <a:cubicBezTo>
                    <a:pt x="0" y="6740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89ADAC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182389" cy="348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D223D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實現其他 STM 端功能</a:t>
              </a:r>
            </a:p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D223D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(蜂鳴器 / 資料應用)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866788" y="8799491"/>
            <a:ext cx="3770482" cy="960120"/>
            <a:chOff x="0" y="0"/>
            <a:chExt cx="1182389" cy="30108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82389" cy="301085"/>
            </a:xfrm>
            <a:custGeom>
              <a:avLst/>
              <a:gdLst/>
              <a:ahLst/>
              <a:cxnLst/>
              <a:rect r="r" b="b" t="t" l="l"/>
              <a:pathLst>
                <a:path h="301085" w="1182389">
                  <a:moveTo>
                    <a:pt x="979189" y="0"/>
                  </a:moveTo>
                  <a:cubicBezTo>
                    <a:pt x="1091413" y="0"/>
                    <a:pt x="1182389" y="67400"/>
                    <a:pt x="1182389" y="150542"/>
                  </a:cubicBezTo>
                  <a:cubicBezTo>
                    <a:pt x="1182389" y="233685"/>
                    <a:pt x="1091413" y="301085"/>
                    <a:pt x="979189" y="301085"/>
                  </a:cubicBezTo>
                  <a:lnTo>
                    <a:pt x="203200" y="301085"/>
                  </a:lnTo>
                  <a:cubicBezTo>
                    <a:pt x="90976" y="301085"/>
                    <a:pt x="0" y="233685"/>
                    <a:pt x="0" y="150542"/>
                  </a:cubicBezTo>
                  <a:cubicBezTo>
                    <a:pt x="0" y="6740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10253F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182389" cy="348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D223D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額外功能實現</a:t>
              </a:r>
            </a:p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D223D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(有空再說)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flipH="true">
            <a:off x="6617442" y="2457483"/>
            <a:ext cx="0" cy="1748462"/>
          </a:xfrm>
          <a:prstGeom prst="line">
            <a:avLst/>
          </a:prstGeom>
          <a:ln cap="flat" w="76200">
            <a:solidFill>
              <a:srgbClr val="89ADAC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0" id="40"/>
          <p:cNvSpPr/>
          <p:nvPr/>
        </p:nvSpPr>
        <p:spPr>
          <a:xfrm flipH="true">
            <a:off x="6617442" y="4205945"/>
            <a:ext cx="0" cy="3016863"/>
          </a:xfrm>
          <a:prstGeom prst="line">
            <a:avLst/>
          </a:prstGeom>
          <a:ln cap="flat" w="762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5471331" y="4045607"/>
            <a:ext cx="34117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Current        Progress</a:t>
            </a:r>
          </a:p>
        </p:txBody>
      </p:sp>
      <p:sp>
        <p:nvSpPr>
          <p:cNvPr name="AutoShape 42" id="42"/>
          <p:cNvSpPr/>
          <p:nvPr/>
        </p:nvSpPr>
        <p:spPr>
          <a:xfrm flipH="true">
            <a:off x="6617442" y="7222808"/>
            <a:ext cx="0" cy="2435509"/>
          </a:xfrm>
          <a:prstGeom prst="line">
            <a:avLst/>
          </a:prstGeom>
          <a:ln cap="flat" w="762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43" id="43"/>
          <p:cNvSpPr txBox="true"/>
          <p:nvPr/>
        </p:nvSpPr>
        <p:spPr>
          <a:xfrm rot="0">
            <a:off x="5471331" y="7052945"/>
            <a:ext cx="34117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      Basic       Goal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96723" y="7151927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217195" y="-2343176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8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8" y="5449148"/>
                </a:lnTo>
                <a:lnTo>
                  <a:pt x="670476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1747331"/>
            <a:ext cx="1276422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0" t="0" r="0" b="19504"/>
          <a:stretch>
            <a:fillRect/>
          </a:stretch>
        </p:blipFill>
        <p:spPr>
          <a:xfrm flipH="false" flipV="false" rot="0">
            <a:off x="13202983" y="2166431"/>
            <a:ext cx="4056317" cy="7255917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624629" y="981075"/>
            <a:ext cx="175737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10323" y="981075"/>
            <a:ext cx="143726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PART APP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38188" y="981075"/>
            <a:ext cx="143726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PART STM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9786" y="4486275"/>
            <a:ext cx="4178647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PART  </a:t>
            </a:r>
          </a:p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App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66054" y="981075"/>
            <a:ext cx="143726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TODOS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24629" y="4271962"/>
            <a:ext cx="6783876" cy="260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Use HW4 as simple viability test</a:t>
            </a:r>
          </a:p>
          <a:p>
            <a:pPr algn="l">
              <a:lnSpc>
                <a:spcPts val="4199"/>
              </a:lnSpc>
            </a:pP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Android studio + Flutter  + Kotlin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Use flutter_reactive_ble package (flutter_blue_plus fail)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96723" y="7151927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217195" y="-2343176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8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8" y="5449148"/>
                </a:lnTo>
                <a:lnTo>
                  <a:pt x="670476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1747331"/>
            <a:ext cx="1276422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5132604" y="4723514"/>
            <a:ext cx="9011169" cy="4856827"/>
          </a:xfrm>
          <a:custGeom>
            <a:avLst/>
            <a:gdLst/>
            <a:ahLst/>
            <a:cxnLst/>
            <a:rect r="r" b="b" t="t" l="l"/>
            <a:pathLst>
              <a:path h="4856827" w="9011169">
                <a:moveTo>
                  <a:pt x="0" y="0"/>
                </a:moveTo>
                <a:lnTo>
                  <a:pt x="9011169" y="0"/>
                </a:lnTo>
                <a:lnTo>
                  <a:pt x="9011169" y="4856827"/>
                </a:lnTo>
                <a:lnTo>
                  <a:pt x="0" y="48568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371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89786" y="4486275"/>
            <a:ext cx="4018594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PART  </a:t>
            </a:r>
          </a:p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STM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24629" y="981075"/>
            <a:ext cx="175737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10323" y="981075"/>
            <a:ext cx="143726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PART APP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38188" y="981075"/>
            <a:ext cx="143726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PART STM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66054" y="981075"/>
            <a:ext cx="143726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TODOS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487573" y="2533649"/>
            <a:ext cx="11038540" cy="2076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特定按鈕行為解鎖、上鎖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燈色顯示狀態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自動上鎖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若上鎖時偵測到significant motion，解鎖時將傳送時間戳記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96723" y="7151927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217195" y="-2343176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8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8" y="5449148"/>
                </a:lnTo>
                <a:lnTo>
                  <a:pt x="670476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1747331"/>
            <a:ext cx="1276422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89786" y="4486275"/>
            <a:ext cx="3625737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Next</a:t>
            </a:r>
          </a:p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TODOs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24629" y="981075"/>
            <a:ext cx="175737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10323" y="981075"/>
            <a:ext cx="143726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PART APP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38188" y="981075"/>
            <a:ext cx="143726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PART STM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66054" y="981075"/>
            <a:ext cx="143726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TODOS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866788" y="3852238"/>
            <a:ext cx="3770482" cy="960120"/>
            <a:chOff x="0" y="0"/>
            <a:chExt cx="1182389" cy="30108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2389" cy="301085"/>
            </a:xfrm>
            <a:custGeom>
              <a:avLst/>
              <a:gdLst/>
              <a:ahLst/>
              <a:cxnLst/>
              <a:rect r="r" b="b" t="t" l="l"/>
              <a:pathLst>
                <a:path h="301085" w="1182389">
                  <a:moveTo>
                    <a:pt x="979189" y="0"/>
                  </a:moveTo>
                  <a:cubicBezTo>
                    <a:pt x="1091413" y="0"/>
                    <a:pt x="1182389" y="67400"/>
                    <a:pt x="1182389" y="150542"/>
                  </a:cubicBezTo>
                  <a:cubicBezTo>
                    <a:pt x="1182389" y="233685"/>
                    <a:pt x="1091413" y="301085"/>
                    <a:pt x="979189" y="301085"/>
                  </a:cubicBezTo>
                  <a:lnTo>
                    <a:pt x="203200" y="301085"/>
                  </a:lnTo>
                  <a:cubicBezTo>
                    <a:pt x="90976" y="301085"/>
                    <a:pt x="0" y="233685"/>
                    <a:pt x="0" y="150542"/>
                  </a:cubicBezTo>
                  <a:cubicBezTo>
                    <a:pt x="0" y="6740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10253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182389" cy="348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D223D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協調 BLE 等共同部分</a:t>
              </a:r>
            </a:p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D223D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(UUID / 資料格式)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38923" y="5120640"/>
            <a:ext cx="3770482" cy="960120"/>
            <a:chOff x="0" y="0"/>
            <a:chExt cx="1182389" cy="3010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82389" cy="301085"/>
            </a:xfrm>
            <a:custGeom>
              <a:avLst/>
              <a:gdLst/>
              <a:ahLst/>
              <a:cxnLst/>
              <a:rect r="r" b="b" t="t" l="l"/>
              <a:pathLst>
                <a:path h="301085" w="1182389">
                  <a:moveTo>
                    <a:pt x="979189" y="0"/>
                  </a:moveTo>
                  <a:cubicBezTo>
                    <a:pt x="1091413" y="0"/>
                    <a:pt x="1182389" y="67400"/>
                    <a:pt x="1182389" y="150542"/>
                  </a:cubicBezTo>
                  <a:cubicBezTo>
                    <a:pt x="1182389" y="233685"/>
                    <a:pt x="1091413" y="301085"/>
                    <a:pt x="979189" y="301085"/>
                  </a:cubicBezTo>
                  <a:lnTo>
                    <a:pt x="203200" y="301085"/>
                  </a:lnTo>
                  <a:cubicBezTo>
                    <a:pt x="90976" y="301085"/>
                    <a:pt x="0" y="233685"/>
                    <a:pt x="0" y="150542"/>
                  </a:cubicBezTo>
                  <a:cubicBezTo>
                    <a:pt x="0" y="6740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89ADAC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182389" cy="348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0D223D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完成 App 端共同部分</a:t>
              </a:r>
            </a:p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D223D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(基礎UI / BLE資料收發)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294654" y="5120640"/>
            <a:ext cx="3770482" cy="960120"/>
            <a:chOff x="0" y="0"/>
            <a:chExt cx="1182389" cy="30108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82389" cy="301085"/>
            </a:xfrm>
            <a:custGeom>
              <a:avLst/>
              <a:gdLst/>
              <a:ahLst/>
              <a:cxnLst/>
              <a:rect r="r" b="b" t="t" l="l"/>
              <a:pathLst>
                <a:path h="301085" w="1182389">
                  <a:moveTo>
                    <a:pt x="979189" y="0"/>
                  </a:moveTo>
                  <a:cubicBezTo>
                    <a:pt x="1091413" y="0"/>
                    <a:pt x="1182389" y="67400"/>
                    <a:pt x="1182389" y="150542"/>
                  </a:cubicBezTo>
                  <a:cubicBezTo>
                    <a:pt x="1182389" y="233685"/>
                    <a:pt x="1091413" y="301085"/>
                    <a:pt x="979189" y="301085"/>
                  </a:cubicBezTo>
                  <a:lnTo>
                    <a:pt x="203200" y="301085"/>
                  </a:lnTo>
                  <a:cubicBezTo>
                    <a:pt x="90976" y="301085"/>
                    <a:pt x="0" y="233685"/>
                    <a:pt x="0" y="150542"/>
                  </a:cubicBezTo>
                  <a:cubicBezTo>
                    <a:pt x="0" y="6740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89ADAC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182389" cy="348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D223D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完成 STM 端共同部分</a:t>
              </a:r>
            </a:p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D223D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(BLE資料收發)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866788" y="6389041"/>
            <a:ext cx="3770482" cy="960120"/>
            <a:chOff x="0" y="0"/>
            <a:chExt cx="1182389" cy="30108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82389" cy="301085"/>
            </a:xfrm>
            <a:custGeom>
              <a:avLst/>
              <a:gdLst/>
              <a:ahLst/>
              <a:cxnLst/>
              <a:rect r="r" b="b" t="t" l="l"/>
              <a:pathLst>
                <a:path h="301085" w="1182389">
                  <a:moveTo>
                    <a:pt x="979189" y="0"/>
                  </a:moveTo>
                  <a:cubicBezTo>
                    <a:pt x="1091413" y="0"/>
                    <a:pt x="1182389" y="67400"/>
                    <a:pt x="1182389" y="150542"/>
                  </a:cubicBezTo>
                  <a:cubicBezTo>
                    <a:pt x="1182389" y="233685"/>
                    <a:pt x="1091413" y="301085"/>
                    <a:pt x="979189" y="301085"/>
                  </a:cubicBezTo>
                  <a:lnTo>
                    <a:pt x="203200" y="301085"/>
                  </a:lnTo>
                  <a:cubicBezTo>
                    <a:pt x="90976" y="301085"/>
                    <a:pt x="0" y="233685"/>
                    <a:pt x="0" y="150542"/>
                  </a:cubicBezTo>
                  <a:cubicBezTo>
                    <a:pt x="0" y="6740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10253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182389" cy="348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0D223D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STM與App整合測試</a:t>
              </a:r>
            </a:p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D223D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(BLE / Debug)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00427" y="7181028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8" y="0"/>
                </a:lnTo>
                <a:lnTo>
                  <a:pt x="6704768" y="5449148"/>
                </a:lnTo>
                <a:lnTo>
                  <a:pt x="0" y="54491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217195" y="-2343176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8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8" y="5449148"/>
                </a:lnTo>
                <a:lnTo>
                  <a:pt x="670476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86350" y="3908778"/>
            <a:ext cx="12115299" cy="2222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82"/>
              </a:lnSpc>
            </a:pPr>
            <a:r>
              <a:rPr lang="en-US" b="true" sz="12987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DAG50PqLOqg</dc:identifier>
  <dcterms:modified xsi:type="dcterms:W3CDTF">2011-08-01T06:04:30Z</dcterms:modified>
  <cp:revision>1</cp:revision>
  <dc:title>Blue and White Modern Simple Gradient Tech Pattern Computers Presentation</dc:title>
</cp:coreProperties>
</file>